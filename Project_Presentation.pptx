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TellCo Telecom User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Project 5</a:t>
            </a:r>
          </a:p>
          <a:p>
            <a:pPr>
              <a:defRPr sz="2400"/>
            </a:pPr>
            <a:r>
              <a:t>User Overview • Engagement • Experience • Satisfaction</a:t>
            </a:r>
          </a:p>
          <a:p>
            <a:pPr>
              <a:defRPr sz="2400"/>
            </a:pPr>
            <a:r>
              <a:t>Dataset: supplied monthly aggregated xDR workbook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Understand customer usage and network experience.</a:t>
            </a:r>
          </a:p>
          <a:p>
            <a:pPr>
              <a:defRPr sz="2200"/>
            </a:pPr>
            <a:r>
              <a:t>Identify customer segments and application usage patterns.</a:t>
            </a:r>
          </a:p>
          <a:p>
            <a:pPr>
              <a:defRPr sz="2200"/>
            </a:pPr>
            <a:r>
              <a:t>Support due diligence; the xDR dataset alone cannot prove business 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Session-level xDR records with customer identifier MSISDN/Number.</a:t>
            </a:r>
          </a:p>
          <a:p>
            <a:pPr>
              <a:defRPr sz="2200"/>
            </a:pPr>
            <a:r>
              <a:t>Network: TCP retransmission, RTT and throughput.</a:t>
            </a:r>
          </a:p>
          <a:p>
            <a:pPr>
              <a:defRPr sz="2200"/>
            </a:pPr>
            <a:r>
              <a:t>Traffic: DL/UL totals and seven application families.</a:t>
            </a:r>
          </a:p>
          <a:p>
            <a:pPr>
              <a:defRPr sz="2200"/>
            </a:pPr>
            <a:r>
              <a:t>Device: handset manufacturer and handset type.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Profile column types and missingness.</a:t>
            </a:r>
          </a:p>
          <a:p>
            <a:pPr>
              <a:defRPr sz="2200"/>
            </a:pPr>
            <a:r>
              <a:t>Numeric missing values → column mean; categorical missing values → mode.</a:t>
            </a:r>
          </a:p>
          <a:p>
            <a:pPr>
              <a:defRPr sz="2200"/>
            </a:pPr>
            <a:r>
              <a:t>Numeric outliers flagged by 1.5×IQR and replaced with mean, per brief.</a:t>
            </a:r>
          </a:p>
          <a:p>
            <a:pPr>
              <a:defRPr sz="2200"/>
            </a:pPr>
            <a:r>
              <a:t>Identifier columns are preserved as IDs.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overview: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Export top 10 handset types.</a:t>
            </a:r>
          </a:p>
          <a:p>
            <a:pPr>
              <a:defRPr sz="2200"/>
            </a:pPr>
            <a:r>
              <a:t>Export top 3 manufacturers.</a:t>
            </a:r>
          </a:p>
          <a:p>
            <a:pPr>
              <a:defRPr sz="2200"/>
            </a:pPr>
            <a:r>
              <a:t>Export top 5 handsets for each top manufacturer.</a:t>
            </a:r>
          </a:p>
          <a:p>
            <a:pPr>
              <a:defRPr sz="2200"/>
            </a:pPr>
            <a:r>
              <a:t>Marketing use: align campaigns and compatibility messaging to popular devices.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overview: customer 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Sessions per customer.</a:t>
            </a:r>
          </a:p>
          <a:p>
            <a:pPr>
              <a:defRPr sz="2200"/>
            </a:pPr>
            <a:r>
              <a:t>Total duration and DL/UL traffic.</a:t>
            </a:r>
          </a:p>
          <a:p>
            <a:pPr>
              <a:defRPr sz="2200"/>
            </a:pPr>
            <a:r>
              <a:t>Application-level data volume for Social Media, Google, Email, YouTube, Netflix, Gaming and Other.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Descriptive statistics and dispersion: mean, median, standard deviation, variance, range and IQR.</a:t>
            </a:r>
          </a:p>
          <a:p>
            <a:pPr>
              <a:defRPr sz="2200"/>
            </a:pPr>
            <a:r>
              <a:t>Missing-value report and data-quality table.</a:t>
            </a:r>
          </a:p>
          <a:p>
            <a:pPr>
              <a:defRPr sz="2200"/>
            </a:pPr>
            <a:r>
              <a:t>Outputs are generated as reusable CSV 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usage and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Application totals rank application data volume.</a:t>
            </a:r>
          </a:p>
          <a:p>
            <a:pPr>
              <a:defRPr sz="2200"/>
            </a:pPr>
            <a:r>
              <a:t>Correlation matrix compares application usage patterns.</a:t>
            </a:r>
          </a:p>
          <a:p>
            <a:pPr>
              <a:defRPr sz="2200"/>
            </a:pPr>
            <a:r>
              <a:t>PCA reduces correlated application usage dimensions; explained variance is exported.</a:t>
            </a:r>
          </a:p>
          <a:p>
            <a:pPr>
              <a:defRPr sz="2200"/>
            </a:pPr>
            <a:r>
              <a:t>Use the generated PCA variance table to discuss the first components.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Duration deciles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Customers are divided into ten duration groups.</a:t>
            </a:r>
          </a:p>
          <a:p>
            <a:pPr>
              <a:defRPr sz="2200"/>
            </a:pPr>
            <a:r>
              <a:t>For each decile, total duration and total DL+UL traffic are exported.</a:t>
            </a:r>
          </a:p>
          <a:p>
            <a:pPr>
              <a:defRPr sz="2200"/>
            </a:pPr>
            <a:r>
              <a:t>Compare highest-duration groups with traffic volume to find heavy-use segments.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Session frequency.</a:t>
            </a:r>
          </a:p>
          <a:p>
            <a:pPr>
              <a:defRPr sz="2200"/>
            </a:pPr>
            <a:r>
              <a:t>Total session duration.</a:t>
            </a:r>
          </a:p>
          <a:p>
            <a:pPr>
              <a:defRPr sz="2200"/>
            </a:pPr>
            <a:r>
              <a:t>Total DL+UL traffic.</a:t>
            </a:r>
          </a:p>
          <a:p>
            <a:pPr>
              <a:defRPr sz="2200"/>
            </a:pPr>
            <a:r>
              <a:t>Top-ten customer tables are generated for each metric.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Standardize the three engagement metrics.</a:t>
            </a:r>
          </a:p>
          <a:p>
            <a:pPr>
              <a:defRPr sz="2200"/>
            </a:pPr>
            <a:r>
              <a:t>KMeans with k=3 creates engagement groups.</a:t>
            </a:r>
          </a:p>
          <a:p>
            <a:pPr>
              <a:defRPr sz="2200"/>
            </a:pPr>
            <a:r>
              <a:t>Cluster min/max/mean/total statistics are exported.</a:t>
            </a:r>
          </a:p>
          <a:p>
            <a:pPr>
              <a:defRPr sz="2200"/>
            </a:pPr>
            <a:r>
              <a:t>Elbow inertia is saved for k=1–9 (where sample size permits).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Aggregate traffic by application.</a:t>
            </a:r>
          </a:p>
          <a:p>
            <a:pPr>
              <a:defRPr sz="2200"/>
            </a:pPr>
            <a:r>
              <a:t>Rank users per application.</a:t>
            </a:r>
          </a:p>
          <a:p>
            <a:pPr>
              <a:defRPr sz="2200"/>
            </a:pPr>
            <a:r>
              <a:t>Plot application totals in the dashboard.</a:t>
            </a:r>
          </a:p>
          <a:p>
            <a:pPr>
              <a:defRPr sz="2200"/>
            </a:pPr>
            <a:r>
              <a:t>Network planning and targeted offers should use actual volume and business value together.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Experience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Average TCP retransmission.</a:t>
            </a:r>
          </a:p>
          <a:p>
            <a:pPr>
              <a:defRPr sz="2200"/>
            </a:pPr>
            <a:r>
              <a:t>Average round-trip time (RTT).</a:t>
            </a:r>
          </a:p>
          <a:p>
            <a:pPr>
              <a:defRPr sz="2200"/>
            </a:pPr>
            <a:r>
              <a:t>Average throughput.</a:t>
            </a:r>
          </a:p>
          <a:p>
            <a:pPr>
              <a:defRPr sz="2200"/>
            </a:pPr>
            <a:r>
              <a:t>Handset type is retained for device-level comparisons.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Experience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Standardized KMeans with k=3 on retransmission, RTT and throughput.</a:t>
            </a:r>
          </a:p>
          <a:p>
            <a:pPr>
              <a:defRPr sz="2200"/>
            </a:pPr>
            <a:r>
              <a:t>Review cluster means rather than cluster number.</a:t>
            </a:r>
          </a:p>
          <a:p>
            <a:pPr>
              <a:defRPr sz="2200"/>
            </a:pPr>
            <a:r>
              <a:t>Lower RTT/retransmission and higher throughput usually suggest better experience.</a:t>
            </a:r>
          </a:p>
          <a:p>
            <a:pPr>
              <a:defRPr sz="2200"/>
            </a:pPr>
            <a:r>
              <a:t>Handset-level throughput and TCP summaries are exported.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Satisfaction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Engagement score: distance from the less-engaged cluster centroid.</a:t>
            </a:r>
          </a:p>
          <a:p>
            <a:pPr>
              <a:defRPr sz="2200"/>
            </a:pPr>
            <a:r>
              <a:t>Experience score: distance from the selected worst-experience centroid.</a:t>
            </a:r>
          </a:p>
          <a:p>
            <a:pPr>
              <a:defRPr sz="2200"/>
            </a:pPr>
            <a:r>
              <a:t>Satisfaction proxy = average of the two scores.</a:t>
            </a:r>
          </a:p>
          <a:p>
            <a:pPr>
              <a:defRPr sz="2200"/>
            </a:pPr>
            <a:r>
              <a:t>Top-ten customers and k=2 satisfaction clusters are exported.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and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linear regression artifact is saved.</a:t>
            </a:r>
          </a:p>
          <a:p>
            <a:pPr>
              <a:defRPr sz="2200"/>
            </a:pPr>
            <a:r>
              <a:t>Run metadata records input file, row/column counts, code version and timing.</a:t>
            </a:r>
          </a:p>
          <a:p>
            <a:pPr>
              <a:defRPr sz="2200"/>
            </a:pPr>
            <a:r>
              <a:t>Regression target is defined from predictor scores; in-sample fit is not independent validation.</a:t>
            </a:r>
          </a:p>
          <a:p>
            <a:pPr>
              <a:defRPr sz="2200"/>
            </a:pPr>
            <a:r>
              <a:t>Independent satisfaction survey labels are needed for a valid predictive model.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and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Streamlit dashboard reads generated outputs.</a:t>
            </a:r>
          </a:p>
          <a:p>
            <a:pPr>
              <a:defRPr sz="2200"/>
            </a:pPr>
            <a:r>
              <a:t>Reusable pip-installable package.</a:t>
            </a:r>
          </a:p>
          <a:p>
            <a:pPr>
              <a:defRPr sz="2200"/>
            </a:pPr>
            <a:r>
              <a:t>pytest unit tests and GitHub Actions CI.</a:t>
            </a:r>
          </a:p>
          <a:p>
            <a:pPr>
              <a:defRPr sz="2200"/>
            </a:pPr>
            <a:r>
              <a:t>Dockerfile included.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Investigate high-traffic apps and device-specific usage.</a:t>
            </a:r>
          </a:p>
          <a:p>
            <a:pPr>
              <a:defRPr sz="2200"/>
            </a:pPr>
            <a:r>
              <a:t>Improve network quality for groups showing weak throughput or high latency/retransmission.</a:t>
            </a:r>
          </a:p>
          <a:p>
            <a:pPr>
              <a:defRPr sz="2200"/>
            </a:pPr>
            <a:r>
              <a:t>Use engagement segments for differentiated offers only after validating revenue/churn outcomes.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One month of activity may not represent long-term trends.</a:t>
            </a:r>
          </a:p>
          <a:p>
            <a:pPr>
              <a:defRPr sz="2200"/>
            </a:pPr>
            <a:r>
              <a:t>No revenue, profit, churn, cost or satisfaction survey columns.</a:t>
            </a:r>
          </a:p>
          <a:p>
            <a:pPr>
              <a:defRPr sz="2200"/>
            </a:pPr>
            <a:r>
              <a:t>Mean replacement may suppress outliers and natural variation.</a:t>
            </a:r>
          </a:p>
          <a:p>
            <a:pPr>
              <a:defRPr sz="2200"/>
            </a:pPr>
            <a:r>
              <a:t>Cluster labels are arbitrary and require profile-based interpretation.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Do not recommend purchase or sale based on xDR alone. Obtain financials, ARPU, churn, capex, liabilities and market data.</a:t>
            </a:r>
          </a:p>
          <a:p>
            <a:pPr>
              <a:defRPr sz="2200"/>
            </a:pPr>
            <a:r>
              <a:t>Reference: Nexthikes IT Solutions, “User Analytics in the Telecommunication Industry – Overview” (supplied project brief).</a:t>
            </a:r>
          </a:p>
          <a:p>
            <a:pPr>
              <a:defRPr sz="2200"/>
            </a:pPr>
            <a:r>
              <a:t>Reference: supplied telecom xDR workbook and Field Descriptions workbook.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